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handoutMasterIdLst>
    <p:handoutMasterId r:id="rId21"/>
  </p:handoutMasterIdLst>
  <p:sldIdLst>
    <p:sldId id="762" r:id="rId2"/>
    <p:sldId id="774" r:id="rId3"/>
    <p:sldId id="1068" r:id="rId4"/>
    <p:sldId id="880" r:id="rId5"/>
    <p:sldId id="1072" r:id="rId6"/>
    <p:sldId id="1075" r:id="rId7"/>
    <p:sldId id="1077" r:id="rId8"/>
    <p:sldId id="1073" r:id="rId9"/>
    <p:sldId id="1070" r:id="rId10"/>
    <p:sldId id="1071" r:id="rId11"/>
    <p:sldId id="1074" r:id="rId12"/>
    <p:sldId id="1078" r:id="rId13"/>
    <p:sldId id="1066" r:id="rId14"/>
    <p:sldId id="776" r:id="rId15"/>
    <p:sldId id="820" r:id="rId16"/>
    <p:sldId id="903" r:id="rId17"/>
    <p:sldId id="1076" r:id="rId18"/>
    <p:sldId id="697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piro, Vladimir" initials="SV" lastIdx="1" clrIdx="0">
    <p:extLst>
      <p:ext uri="{19B8F6BF-5375-455C-9EA6-DF929625EA0E}">
        <p15:presenceInfo xmlns:p15="http://schemas.microsoft.com/office/powerpoint/2012/main" userId="S::vladisha@northeastern.edu::487b986e-9dea-4ba8-b33e-8d9a67ec1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B7461-7C0F-4DB5-8A13-8681EF2CCE51}" v="3" dt="2026-10-04T15:24:07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6" autoAdjust="0"/>
    <p:restoredTop sz="91116" autoAdjust="0"/>
  </p:normalViewPr>
  <p:slideViewPr>
    <p:cSldViewPr snapToGrid="0">
      <p:cViewPr varScale="1">
        <p:scale>
          <a:sx n="126" d="100"/>
          <a:sy n="126" d="100"/>
        </p:scale>
        <p:origin x="18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piro, Vladimir" userId="487b986e-9dea-4ba8-b33e-8d9a67ec1e6d" providerId="ADAL" clId="{AD5DA62A-DE80-4B28-A03D-42D81E3BD365}"/>
    <pc:docChg chg="undo custSel addSld delSld modSld sldOrd">
      <pc:chgData name="Shapiro, Vladimir" userId="487b986e-9dea-4ba8-b33e-8d9a67ec1e6d" providerId="ADAL" clId="{AD5DA62A-DE80-4B28-A03D-42D81E3BD365}" dt="2026-10-04T18:57:25.054" v="5177" actId="20577"/>
      <pc:docMkLst>
        <pc:docMk/>
      </pc:docMkLst>
      <pc:sldChg chg="modSp mod">
        <pc:chgData name="Shapiro, Vladimir" userId="487b986e-9dea-4ba8-b33e-8d9a67ec1e6d" providerId="ADAL" clId="{AD5DA62A-DE80-4B28-A03D-42D81E3BD365}" dt="2026-10-04T14:19:03.564" v="4642" actId="20577"/>
        <pc:sldMkLst>
          <pc:docMk/>
          <pc:sldMk cId="480447238" sldId="762"/>
        </pc:sldMkLst>
        <pc:spChg chg="mod">
          <ac:chgData name="Shapiro, Vladimir" userId="487b986e-9dea-4ba8-b33e-8d9a67ec1e6d" providerId="ADAL" clId="{AD5DA62A-DE80-4B28-A03D-42D81E3BD365}" dt="2026-10-04T14:19:03.564" v="4642" actId="20577"/>
          <ac:spMkLst>
            <pc:docMk/>
            <pc:sldMk cId="480447238" sldId="762"/>
            <ac:spMk id="2" creationId="{1EEE818F-69A6-46D2-8391-A02B70531A48}"/>
          </ac:spMkLst>
        </pc:spChg>
        <pc:spChg chg="mod">
          <ac:chgData name="Shapiro, Vladimir" userId="487b986e-9dea-4ba8-b33e-8d9a67ec1e6d" providerId="ADAL" clId="{AD5DA62A-DE80-4B28-A03D-42D81E3BD365}" dt="2026-10-04T14:18:47.336" v="4624" actId="20577"/>
          <ac:spMkLst>
            <pc:docMk/>
            <pc:sldMk cId="480447238" sldId="762"/>
            <ac:spMk id="3" creationId="{BA33C9A6-E25E-4CA3-985C-158FD297028E}"/>
          </ac:spMkLst>
        </pc:spChg>
      </pc:sldChg>
      <pc:sldChg chg="modSp">
        <pc:chgData name="Shapiro, Vladimir" userId="487b986e-9dea-4ba8-b33e-8d9a67ec1e6d" providerId="ADAL" clId="{AD5DA62A-DE80-4B28-A03D-42D81E3BD365}" dt="2026-10-04T14:19:11.642" v="4643"/>
        <pc:sldMkLst>
          <pc:docMk/>
          <pc:sldMk cId="1892824472" sldId="774"/>
        </pc:sldMkLst>
        <pc:spChg chg="mod">
          <ac:chgData name="Shapiro, Vladimir" userId="487b986e-9dea-4ba8-b33e-8d9a67ec1e6d" providerId="ADAL" clId="{AD5DA62A-DE80-4B28-A03D-42D81E3BD365}" dt="2026-10-04T14:19:11.642" v="4643"/>
          <ac:spMkLst>
            <pc:docMk/>
            <pc:sldMk cId="1892824472" sldId="774"/>
            <ac:spMk id="2" creationId="{1EEE818F-69A6-46D2-8391-A02B70531A48}"/>
          </ac:spMkLst>
        </pc:spChg>
      </pc:sldChg>
      <pc:sldChg chg="delSp modSp mod">
        <pc:chgData name="Shapiro, Vladimir" userId="487b986e-9dea-4ba8-b33e-8d9a67ec1e6d" providerId="ADAL" clId="{AD5DA62A-DE80-4B28-A03D-42D81E3BD365}" dt="2026-10-04T17:01:24.261" v="5077" actId="6549"/>
        <pc:sldMkLst>
          <pc:docMk/>
          <pc:sldMk cId="3170319536" sldId="776"/>
        </pc:sldMkLst>
        <pc:spChg chg="mod">
          <ac:chgData name="Shapiro, Vladimir" userId="487b986e-9dea-4ba8-b33e-8d9a67ec1e6d" providerId="ADAL" clId="{AD5DA62A-DE80-4B28-A03D-42D81E3BD365}" dt="2026-10-04T17:01:24.261" v="5077" actId="6549"/>
          <ac:spMkLst>
            <pc:docMk/>
            <pc:sldMk cId="3170319536" sldId="776"/>
            <ac:spMk id="3" creationId="{BA33C9A6-E25E-4CA3-985C-158FD297028E}"/>
          </ac:spMkLst>
        </pc:spChg>
        <pc:picChg chg="del">
          <ac:chgData name="Shapiro, Vladimir" userId="487b986e-9dea-4ba8-b33e-8d9a67ec1e6d" providerId="ADAL" clId="{AD5DA62A-DE80-4B28-A03D-42D81E3BD365}" dt="2026-10-04T15:24:07.121" v="4905" actId="478"/>
          <ac:picMkLst>
            <pc:docMk/>
            <pc:sldMk cId="3170319536" sldId="776"/>
            <ac:picMk id="4" creationId="{54366B4C-5979-4483-BBB6-5496EDCA6B96}"/>
          </ac:picMkLst>
        </pc:picChg>
      </pc:sldChg>
      <pc:sldChg chg="delSp modSp mod">
        <pc:chgData name="Shapiro, Vladimir" userId="487b986e-9dea-4ba8-b33e-8d9a67ec1e6d" providerId="ADAL" clId="{AD5DA62A-DE80-4B28-A03D-42D81E3BD365}" dt="2026-10-04T18:57:25.054" v="5177" actId="20577"/>
        <pc:sldMkLst>
          <pc:docMk/>
          <pc:sldMk cId="3623841312" sldId="880"/>
        </pc:sldMkLst>
        <pc:spChg chg="mod">
          <ac:chgData name="Shapiro, Vladimir" userId="487b986e-9dea-4ba8-b33e-8d9a67ec1e6d" providerId="ADAL" clId="{AD5DA62A-DE80-4B28-A03D-42D81E3BD365}" dt="2026-10-04T18:57:25.054" v="5177" actId="20577"/>
          <ac:spMkLst>
            <pc:docMk/>
            <pc:sldMk cId="3623841312" sldId="880"/>
            <ac:spMk id="3" creationId="{BA33C9A6-E25E-4CA3-985C-158FD297028E}"/>
          </ac:spMkLst>
        </pc:spChg>
        <pc:picChg chg="del">
          <ac:chgData name="Shapiro, Vladimir" userId="487b986e-9dea-4ba8-b33e-8d9a67ec1e6d" providerId="ADAL" clId="{AD5DA62A-DE80-4B28-A03D-42D81E3BD365}" dt="2026-10-04T18:56:43.671" v="5135" actId="478"/>
          <ac:picMkLst>
            <pc:docMk/>
            <pc:sldMk cId="3623841312" sldId="880"/>
            <ac:picMk id="10" creationId="{8C4842DF-8944-2B56-64A0-4F149A6279C7}"/>
          </ac:picMkLst>
        </pc:picChg>
      </pc:sldChg>
      <pc:sldChg chg="addSp delSp modSp mod">
        <pc:chgData name="Shapiro, Vladimir" userId="487b986e-9dea-4ba8-b33e-8d9a67ec1e6d" providerId="ADAL" clId="{AD5DA62A-DE80-4B28-A03D-42D81E3BD365}" dt="2026-10-04T17:56:57.749" v="5084" actId="20577"/>
        <pc:sldMkLst>
          <pc:docMk/>
          <pc:sldMk cId="1029941115" sldId="1066"/>
        </pc:sldMkLst>
        <pc:spChg chg="mod">
          <ac:chgData name="Shapiro, Vladimir" userId="487b986e-9dea-4ba8-b33e-8d9a67ec1e6d" providerId="ADAL" clId="{AD5DA62A-DE80-4B28-A03D-42D81E3BD365}" dt="2026-10-04T17:56:57.749" v="5084" actId="20577"/>
          <ac:spMkLst>
            <pc:docMk/>
            <pc:sldMk cId="1029941115" sldId="1066"/>
            <ac:spMk id="3" creationId="{5E84B025-9DAE-47CD-BF54-29BD6C0A5221}"/>
          </ac:spMkLst>
        </pc:spChg>
        <pc:picChg chg="add mod">
          <ac:chgData name="Shapiro, Vladimir" userId="487b986e-9dea-4ba8-b33e-8d9a67ec1e6d" providerId="ADAL" clId="{AD5DA62A-DE80-4B28-A03D-42D81E3BD365}" dt="2026-10-04T16:56:07.701" v="4972" actId="1076"/>
          <ac:picMkLst>
            <pc:docMk/>
            <pc:sldMk cId="1029941115" sldId="1066"/>
            <ac:picMk id="7" creationId="{3E0E35E4-5B80-B6FC-8C2D-0E024CCA38FD}"/>
          </ac:picMkLst>
        </pc:picChg>
        <pc:picChg chg="del">
          <ac:chgData name="Shapiro, Vladimir" userId="487b986e-9dea-4ba8-b33e-8d9a67ec1e6d" providerId="ADAL" clId="{AD5DA62A-DE80-4B28-A03D-42D81E3BD365}" dt="2026-10-04T16:55:47.718" v="4963" actId="478"/>
          <ac:picMkLst>
            <pc:docMk/>
            <pc:sldMk cId="1029941115" sldId="1066"/>
            <ac:picMk id="12" creationId="{399D7CD1-B88B-DEB3-782A-A77400F1F43D}"/>
          </ac:picMkLst>
        </pc:picChg>
        <pc:picChg chg="del mod">
          <ac:chgData name="Shapiro, Vladimir" userId="487b986e-9dea-4ba8-b33e-8d9a67ec1e6d" providerId="ADAL" clId="{AD5DA62A-DE80-4B28-A03D-42D81E3BD365}" dt="2026-10-04T16:56:11.664" v="4973" actId="478"/>
          <ac:picMkLst>
            <pc:docMk/>
            <pc:sldMk cId="1029941115" sldId="1066"/>
            <ac:picMk id="16" creationId="{6EDDB7E5-B662-F8D7-6B34-DB341828C577}"/>
          </ac:picMkLst>
        </pc:picChg>
      </pc:sldChg>
      <pc:sldChg chg="delSp modSp">
        <pc:chgData name="Shapiro, Vladimir" userId="487b986e-9dea-4ba8-b33e-8d9a67ec1e6d" providerId="ADAL" clId="{AD5DA62A-DE80-4B28-A03D-42D81E3BD365}" dt="2026-10-04T14:19:16.561" v="4644"/>
        <pc:sldMkLst>
          <pc:docMk/>
          <pc:sldMk cId="184267489" sldId="1068"/>
        </pc:sldMkLst>
        <pc:spChg chg="mod">
          <ac:chgData name="Shapiro, Vladimir" userId="487b986e-9dea-4ba8-b33e-8d9a67ec1e6d" providerId="ADAL" clId="{AD5DA62A-DE80-4B28-A03D-42D81E3BD365}" dt="2026-10-04T14:19:16.561" v="4644"/>
          <ac:spMkLst>
            <pc:docMk/>
            <pc:sldMk cId="184267489" sldId="1068"/>
            <ac:spMk id="2" creationId="{903D3746-C6F5-525C-2A12-4DF9BD2A2383}"/>
          </ac:spMkLst>
        </pc:spChg>
      </pc:sldChg>
      <pc:sldChg chg="modSp del mod">
        <pc:chgData name="Shapiro, Vladimir" userId="487b986e-9dea-4ba8-b33e-8d9a67ec1e6d" providerId="ADAL" clId="{AD5DA62A-DE80-4B28-A03D-42D81E3BD365}" dt="2026-10-04T15:23:06.628" v="4854" actId="47"/>
        <pc:sldMkLst>
          <pc:docMk/>
          <pc:sldMk cId="4007525498" sldId="1069"/>
        </pc:sldMkLst>
        <pc:spChg chg="mod">
          <ac:chgData name="Shapiro, Vladimir" userId="487b986e-9dea-4ba8-b33e-8d9a67ec1e6d" providerId="ADAL" clId="{AD5DA62A-DE80-4B28-A03D-42D81E3BD365}" dt="2026-10-04T15:22:49.255" v="4836" actId="20577"/>
          <ac:spMkLst>
            <pc:docMk/>
            <pc:sldMk cId="4007525498" sldId="1069"/>
            <ac:spMk id="3" creationId="{00DE6F3D-2CBA-334E-68AD-0F00FCDD1E19}"/>
          </ac:spMkLst>
        </pc:spChg>
        <pc:picChg chg="mod">
          <ac:chgData name="Shapiro, Vladimir" userId="487b986e-9dea-4ba8-b33e-8d9a67ec1e6d" providerId="ADAL" clId="{AD5DA62A-DE80-4B28-A03D-42D81E3BD365}" dt="2026-10-04T15:22:54.765" v="4837" actId="14100"/>
          <ac:picMkLst>
            <pc:docMk/>
            <pc:sldMk cId="4007525498" sldId="1069"/>
            <ac:picMk id="9" creationId="{E38A5996-A625-C597-974F-FC8B7BEEE54D}"/>
          </ac:picMkLst>
        </pc:picChg>
      </pc:sldChg>
      <pc:sldChg chg="modSp mod">
        <pc:chgData name="Shapiro, Vladimir" userId="487b986e-9dea-4ba8-b33e-8d9a67ec1e6d" providerId="ADAL" clId="{AD5DA62A-DE80-4B28-A03D-42D81E3BD365}" dt="2026-10-04T15:23:22.765" v="4871" actId="1076"/>
        <pc:sldMkLst>
          <pc:docMk/>
          <pc:sldMk cId="2634254218" sldId="1070"/>
        </pc:sldMkLst>
        <pc:spChg chg="mod">
          <ac:chgData name="Shapiro, Vladimir" userId="487b986e-9dea-4ba8-b33e-8d9a67ec1e6d" providerId="ADAL" clId="{AD5DA62A-DE80-4B28-A03D-42D81E3BD365}" dt="2026-10-04T15:23:22.765" v="4871" actId="1076"/>
          <ac:spMkLst>
            <pc:docMk/>
            <pc:sldMk cId="2634254218" sldId="1070"/>
            <ac:spMk id="3" creationId="{5685537C-DDC7-8EF8-205E-11A39A9D407F}"/>
          </ac:spMkLst>
        </pc:spChg>
      </pc:sldChg>
      <pc:sldChg chg="modSp mod">
        <pc:chgData name="Shapiro, Vladimir" userId="487b986e-9dea-4ba8-b33e-8d9a67ec1e6d" providerId="ADAL" clId="{AD5DA62A-DE80-4B28-A03D-42D81E3BD365}" dt="2026-10-04T15:23:33.102" v="4887" actId="20577"/>
        <pc:sldMkLst>
          <pc:docMk/>
          <pc:sldMk cId="387654348" sldId="1071"/>
        </pc:sldMkLst>
        <pc:spChg chg="mod">
          <ac:chgData name="Shapiro, Vladimir" userId="487b986e-9dea-4ba8-b33e-8d9a67ec1e6d" providerId="ADAL" clId="{AD5DA62A-DE80-4B28-A03D-42D81E3BD365}" dt="2026-10-04T15:23:33.102" v="4887" actId="20577"/>
          <ac:spMkLst>
            <pc:docMk/>
            <pc:sldMk cId="387654348" sldId="1071"/>
            <ac:spMk id="3" creationId="{91388E4F-A36B-5F30-5AD6-E1F2DAEC5BCB}"/>
          </ac:spMkLst>
        </pc:spChg>
      </pc:sldChg>
      <pc:sldChg chg="addSp delSp modSp mod">
        <pc:chgData name="Shapiro, Vladimir" userId="487b986e-9dea-4ba8-b33e-8d9a67ec1e6d" providerId="ADAL" clId="{AD5DA62A-DE80-4B28-A03D-42D81E3BD365}" dt="2026-10-04T15:19:23.016" v="4773" actId="1076"/>
        <pc:sldMkLst>
          <pc:docMk/>
          <pc:sldMk cId="822856235" sldId="1072"/>
        </pc:sldMkLst>
        <pc:spChg chg="mod">
          <ac:chgData name="Shapiro, Vladimir" userId="487b986e-9dea-4ba8-b33e-8d9a67ec1e6d" providerId="ADAL" clId="{AD5DA62A-DE80-4B28-A03D-42D81E3BD365}" dt="2026-10-04T15:19:04.445" v="4771" actId="6549"/>
          <ac:spMkLst>
            <pc:docMk/>
            <pc:sldMk cId="822856235" sldId="1072"/>
            <ac:spMk id="3" creationId="{352DBD00-76E1-FE23-387C-59BE809922BB}"/>
          </ac:spMkLst>
        </pc:spChg>
        <pc:picChg chg="del">
          <ac:chgData name="Shapiro, Vladimir" userId="487b986e-9dea-4ba8-b33e-8d9a67ec1e6d" providerId="ADAL" clId="{AD5DA62A-DE80-4B28-A03D-42D81E3BD365}" dt="2026-10-04T15:18:04.126" v="4710" actId="478"/>
          <ac:picMkLst>
            <pc:docMk/>
            <pc:sldMk cId="822856235" sldId="1072"/>
            <ac:picMk id="7" creationId="{B298829E-4260-839A-9D07-18E9F911FCE9}"/>
          </ac:picMkLst>
        </pc:picChg>
        <pc:picChg chg="add mod">
          <ac:chgData name="Shapiro, Vladimir" userId="487b986e-9dea-4ba8-b33e-8d9a67ec1e6d" providerId="ADAL" clId="{AD5DA62A-DE80-4B28-A03D-42D81E3BD365}" dt="2026-10-04T15:19:23.016" v="4773" actId="1076"/>
          <ac:picMkLst>
            <pc:docMk/>
            <pc:sldMk cId="822856235" sldId="1072"/>
            <ac:picMk id="8" creationId="{70FA6A0D-5E20-0126-C033-EC8199906C93}"/>
          </ac:picMkLst>
        </pc:picChg>
      </pc:sldChg>
      <pc:sldChg chg="modSp mod">
        <pc:chgData name="Shapiro, Vladimir" userId="487b986e-9dea-4ba8-b33e-8d9a67ec1e6d" providerId="ADAL" clId="{AD5DA62A-DE80-4B28-A03D-42D81E3BD365}" dt="2026-10-04T15:23:03.710" v="4853" actId="20577"/>
        <pc:sldMkLst>
          <pc:docMk/>
          <pc:sldMk cId="1118286763" sldId="1073"/>
        </pc:sldMkLst>
        <pc:spChg chg="mod">
          <ac:chgData name="Shapiro, Vladimir" userId="487b986e-9dea-4ba8-b33e-8d9a67ec1e6d" providerId="ADAL" clId="{AD5DA62A-DE80-4B28-A03D-42D81E3BD365}" dt="2026-10-04T15:23:03.710" v="4853" actId="20577"/>
          <ac:spMkLst>
            <pc:docMk/>
            <pc:sldMk cId="1118286763" sldId="1073"/>
            <ac:spMk id="3" creationId="{06DC73AA-552E-12D9-AC66-3D4310C4344A}"/>
          </ac:spMkLst>
        </pc:spChg>
      </pc:sldChg>
      <pc:sldChg chg="addSp delSp modSp mod">
        <pc:chgData name="Shapiro, Vladimir" userId="487b986e-9dea-4ba8-b33e-8d9a67ec1e6d" providerId="ADAL" clId="{AD5DA62A-DE80-4B28-A03D-42D81E3BD365}" dt="2026-10-04T16:57:59.227" v="5060" actId="1440"/>
        <pc:sldMkLst>
          <pc:docMk/>
          <pc:sldMk cId="3404176080" sldId="1074"/>
        </pc:sldMkLst>
        <pc:spChg chg="mod">
          <ac:chgData name="Shapiro, Vladimir" userId="487b986e-9dea-4ba8-b33e-8d9a67ec1e6d" providerId="ADAL" clId="{AD5DA62A-DE80-4B28-A03D-42D81E3BD365}" dt="2026-10-04T16:57:33.108" v="5054" actId="20577"/>
          <ac:spMkLst>
            <pc:docMk/>
            <pc:sldMk cId="3404176080" sldId="1074"/>
            <ac:spMk id="3" creationId="{09ED0026-97C4-4E5E-44A8-809D24FDAF02}"/>
          </ac:spMkLst>
        </pc:spChg>
        <pc:picChg chg="del">
          <ac:chgData name="Shapiro, Vladimir" userId="487b986e-9dea-4ba8-b33e-8d9a67ec1e6d" providerId="ADAL" clId="{AD5DA62A-DE80-4B28-A03D-42D81E3BD365}" dt="2026-10-04T16:57:35.133" v="5055" actId="478"/>
          <ac:picMkLst>
            <pc:docMk/>
            <pc:sldMk cId="3404176080" sldId="1074"/>
            <ac:picMk id="7" creationId="{BBEEDE2D-B144-AABC-CC56-FD224CD31831}"/>
          </ac:picMkLst>
        </pc:picChg>
        <pc:picChg chg="add mod">
          <ac:chgData name="Shapiro, Vladimir" userId="487b986e-9dea-4ba8-b33e-8d9a67ec1e6d" providerId="ADAL" clId="{AD5DA62A-DE80-4B28-A03D-42D81E3BD365}" dt="2026-10-04T16:57:59.227" v="5060" actId="1440"/>
          <ac:picMkLst>
            <pc:docMk/>
            <pc:sldMk cId="3404176080" sldId="1074"/>
            <ac:picMk id="8" creationId="{502453AE-7D1C-BA2A-F61F-8DDB6BF21F6B}"/>
          </ac:picMkLst>
        </pc:picChg>
      </pc:sldChg>
      <pc:sldChg chg="addSp delSp modSp mod">
        <pc:chgData name="Shapiro, Vladimir" userId="487b986e-9dea-4ba8-b33e-8d9a67ec1e6d" providerId="ADAL" clId="{AD5DA62A-DE80-4B28-A03D-42D81E3BD365}" dt="2026-10-04T15:53:30.183" v="4951" actId="1076"/>
        <pc:sldMkLst>
          <pc:docMk/>
          <pc:sldMk cId="436792375" sldId="1075"/>
        </pc:sldMkLst>
        <pc:spChg chg="mod">
          <ac:chgData name="Shapiro, Vladimir" userId="487b986e-9dea-4ba8-b33e-8d9a67ec1e6d" providerId="ADAL" clId="{AD5DA62A-DE80-4B28-A03D-42D81E3BD365}" dt="2026-10-04T15:53:05.335" v="4947" actId="20577"/>
          <ac:spMkLst>
            <pc:docMk/>
            <pc:sldMk cId="436792375" sldId="1075"/>
            <ac:spMk id="3" creationId="{D458F3B7-CD3E-07AF-981B-87361B4AD4AF}"/>
          </ac:spMkLst>
        </pc:spChg>
        <pc:picChg chg="add del mod">
          <ac:chgData name="Shapiro, Vladimir" userId="487b986e-9dea-4ba8-b33e-8d9a67ec1e6d" providerId="ADAL" clId="{AD5DA62A-DE80-4B28-A03D-42D81E3BD365}" dt="2026-10-04T15:53:25.736" v="4949" actId="478"/>
          <ac:picMkLst>
            <pc:docMk/>
            <pc:sldMk cId="436792375" sldId="1075"/>
            <ac:picMk id="7" creationId="{163B0AD6-C6C3-CF9D-D365-27794B878D43}"/>
          </ac:picMkLst>
        </pc:picChg>
        <pc:picChg chg="del">
          <ac:chgData name="Shapiro, Vladimir" userId="487b986e-9dea-4ba8-b33e-8d9a67ec1e6d" providerId="ADAL" clId="{AD5DA62A-DE80-4B28-A03D-42D81E3BD365}" dt="2026-10-04T15:19:48.241" v="4774" actId="478"/>
          <ac:picMkLst>
            <pc:docMk/>
            <pc:sldMk cId="436792375" sldId="1075"/>
            <ac:picMk id="8" creationId="{A1ABF4FF-F71F-678E-D4D6-75BEA5478798}"/>
          </ac:picMkLst>
        </pc:picChg>
        <pc:picChg chg="add del mod">
          <ac:chgData name="Shapiro, Vladimir" userId="487b986e-9dea-4ba8-b33e-8d9a67ec1e6d" providerId="ADAL" clId="{AD5DA62A-DE80-4B28-A03D-42D81E3BD365}" dt="2026-10-04T15:53:08.008" v="4948" actId="478"/>
          <ac:picMkLst>
            <pc:docMk/>
            <pc:sldMk cId="436792375" sldId="1075"/>
            <ac:picMk id="10" creationId="{34123612-9AED-63A1-1C4E-EA0406380EBB}"/>
          </ac:picMkLst>
        </pc:picChg>
        <pc:picChg chg="add mod">
          <ac:chgData name="Shapiro, Vladimir" userId="487b986e-9dea-4ba8-b33e-8d9a67ec1e6d" providerId="ADAL" clId="{AD5DA62A-DE80-4B28-A03D-42D81E3BD365}" dt="2026-10-04T15:53:30.183" v="4951" actId="1076"/>
          <ac:picMkLst>
            <pc:docMk/>
            <pc:sldMk cId="436792375" sldId="1075"/>
            <ac:picMk id="12" creationId="{35032E20-BF2C-644E-A675-97E964035A65}"/>
          </ac:picMkLst>
        </pc:picChg>
      </pc:sldChg>
      <pc:sldChg chg="delSp modSp mod">
        <pc:chgData name="Shapiro, Vladimir" userId="487b986e-9dea-4ba8-b33e-8d9a67ec1e6d" providerId="ADAL" clId="{AD5DA62A-DE80-4B28-A03D-42D81E3BD365}" dt="2026-10-04T15:24:52.100" v="4915" actId="108"/>
        <pc:sldMkLst>
          <pc:docMk/>
          <pc:sldMk cId="2732493455" sldId="1076"/>
        </pc:sldMkLst>
        <pc:spChg chg="mod">
          <ac:chgData name="Shapiro, Vladimir" userId="487b986e-9dea-4ba8-b33e-8d9a67ec1e6d" providerId="ADAL" clId="{AD5DA62A-DE80-4B28-A03D-42D81E3BD365}" dt="2026-10-04T15:24:52.100" v="4915" actId="108"/>
          <ac:spMkLst>
            <pc:docMk/>
            <pc:sldMk cId="2732493455" sldId="1076"/>
            <ac:spMk id="2" creationId="{D230EC12-1699-E338-F6F4-CEAFBEB28674}"/>
          </ac:spMkLst>
        </pc:spChg>
        <pc:picChg chg="del">
          <ac:chgData name="Shapiro, Vladimir" userId="487b986e-9dea-4ba8-b33e-8d9a67ec1e6d" providerId="ADAL" clId="{AD5DA62A-DE80-4B28-A03D-42D81E3BD365}" dt="2026-10-04T15:24:41.422" v="4906" actId="478"/>
          <ac:picMkLst>
            <pc:docMk/>
            <pc:sldMk cId="2732493455" sldId="1076"/>
            <ac:picMk id="9" creationId="{9EC9EBB3-6AC8-1148-C0C4-5CA215029B77}"/>
          </ac:picMkLst>
        </pc:picChg>
      </pc:sldChg>
      <pc:sldChg chg="add">
        <pc:chgData name="Shapiro, Vladimir" userId="487b986e-9dea-4ba8-b33e-8d9a67ec1e6d" providerId="ADAL" clId="{AD5DA62A-DE80-4B28-A03D-42D81E3BD365}" dt="2026-10-04T15:52:51.776" v="4916" actId="2890"/>
        <pc:sldMkLst>
          <pc:docMk/>
          <pc:sldMk cId="4177440348" sldId="1077"/>
        </pc:sldMkLst>
      </pc:sldChg>
      <pc:sldChg chg="add">
        <pc:chgData name="Shapiro, Vladimir" userId="487b986e-9dea-4ba8-b33e-8d9a67ec1e6d" providerId="ADAL" clId="{AD5DA62A-DE80-4B28-A03D-42D81E3BD365}" dt="2026-10-04T16:57:25.502" v="5044" actId="2890"/>
        <pc:sldMkLst>
          <pc:docMk/>
          <pc:sldMk cId="1064932132" sldId="10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20C3D-B18F-408C-AB7E-3E8327050663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A81ED-B271-4688-BA18-CA7E4726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9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DE9AC-4BE4-4D3A-A0A7-E4076EE786F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AF66-ACA7-4F65-9AFB-6946E0F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4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0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8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0B07-79FC-1E4A-8C41-83327811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1ADE8-CD4A-8075-D7B9-013BD37CC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8D1BC-8033-07AF-40F0-F3548FA82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E7FC4-BE99-58DF-2FE3-DE0283F43B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8E4E-DE88-2ABA-5500-B84478F8E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86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85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2C487-772F-CB97-9233-6FB08FFC4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39EF4-35B0-4F30-767A-C5D6584C2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C35B7-490D-6716-0E59-7C8BE8F5E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9B1D5-5470-CB9A-F2E8-0EA96667A3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5F56D-34B9-0241-37CE-EF4BD16B1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32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BE53-9019-7A58-1A18-EF79D91B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E0FBC-7F76-3D88-E119-8481AD5C6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E0E93-14E4-31FD-E317-4AE70C0FD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3409B2-7A08-41AE-6631-34141D2256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7D155-8668-84C2-4DF3-BDEB579FF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18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9700-C420-7313-BF32-032EC073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18400-2A0A-3C29-4B9F-85A614802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B554F-B0D0-30B5-F2D5-2842D6F3E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240A0-B3AB-01B2-40B5-F2550998C1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EE6BE-92A2-FC0D-715F-138FC926C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84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43CC-4734-807D-06CA-0A3D62D7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7C89C-505B-C2ED-108D-1B7A3219F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859C9-55FB-9684-59DC-4596208D8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C6403-3B7B-22EA-4F0B-6E46A804F5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111E0-B0E5-E18F-0A89-6B8DC8DE2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81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96DCF-5444-DFEC-FA80-90685F88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20041-F520-3A1F-6550-89D773DA9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EB6CB-2706-AD15-FB24-660032280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D59F5-94F1-92B6-7BC7-3FA118EFF6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48B03-AA71-A5E2-2580-688D49F73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47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3E36-2515-EF25-6073-E6005FAEC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A126B-E95D-DC05-B0A4-142134E3E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083A9-9AB5-CF6B-59AC-EA5247188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6DDA5-FBB7-1CBA-5272-F5187602F2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43678-3605-5FD9-B2E0-6047C2550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40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C59F-4822-F5D7-4158-93EBD6823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1BEF0-C883-86D8-0AB1-19D66BD83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C18F7-2E3E-506A-F317-CD48E8F44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F0C61-835A-10A1-73F3-2F2AA5B62C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604B0-03A7-A395-3ADE-3C31ACFDA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92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9050-E2B1-E6EA-1A6A-D5F5DEE5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9E237-825A-6C73-4F78-225432DD4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FDF37-62CB-26EF-D96E-4BE8BBB81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8A01D8-1AFB-E427-7DE7-9121DB7AE5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23771-0448-CA04-8032-48096B15D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35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03A5-7110-307E-A5CA-CCC7387D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31C2B-9DFB-AEF0-F48B-FBC7335F7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D577F-5EE0-85B5-E4DE-FBAD68A1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E72B0-1C40-F600-9431-278C29B66E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F88CA-2316-5009-4876-F7255EEC2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3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2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https://www.youtube.com/watch?v=DOy-g3bsxT8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91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BB3D-4E23-CA53-1112-6892B4E6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43F1B-EAA6-D8EA-A314-3C1A9A750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849D9-FED8-5997-5012-E29FFEF03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961ED-979B-A779-12FE-AED16B6B75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F6871-7558-99AB-CDF7-E85B42E97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56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BB3D-4E23-CA53-1112-6892B4E6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43F1B-EAA6-D8EA-A314-3C1A9A750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7000" y="720725"/>
            <a:ext cx="7065963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849D9-FED8-5997-5012-E29FFEF03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961ED-979B-A779-12FE-AED16B6B75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F6871-7558-99AB-CDF7-E85B42E97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7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5637"/>
            <a:ext cx="7772400" cy="1754326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3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D082245-D0FD-47B0-A037-C26B7F228C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0594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D082245-D0FD-47B0-A037-C26B7F228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1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0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4057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57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1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9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59221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4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0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B6FECB2-520B-4294-ACE6-32A45264D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857783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47" imgH="348" progId="TCLayout.ActiveDocument.1">
                  <p:embed/>
                </p:oleObj>
              </mc:Choice>
              <mc:Fallback>
                <p:oleObj name="think-cell Slide" r:id="rId15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B6FECB2-520B-4294-ACE6-32A45264D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hape 3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rgbClr val="8D878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646331"/>
          </a:xfrm>
          <a:prstGeom prst="rect">
            <a:avLst/>
          </a:prstGeom>
        </p:spPr>
        <p:txBody>
          <a:bodyPr vert="horz" lIns="45720" tIns="45720" rIns="4572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65454"/>
            <a:ext cx="8229600" cy="529254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52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CB2026"/>
          </a:solidFill>
          <a:latin typeface="Baskerville SemiBold" charset="0"/>
          <a:ea typeface="Baskerville SemiBold" charset="0"/>
          <a:cs typeface="Baskerville SemiBold" charset="0"/>
        </a:defRPr>
      </a:lvl1pPr>
    </p:titleStyle>
    <p:bodyStyle>
      <a:lvl1pPr marL="234950" indent="-23495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1pPr>
      <a:lvl2pPr marL="57785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2pPr>
      <a:lvl3pPr marL="919163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3pPr>
      <a:lvl4pPr marL="1260475" indent="-227013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4pPr>
      <a:lvl5pPr marL="1601788" indent="-227013" algn="l" defTabSz="914400" rtl="0" eaLnBrk="1" latinLnBrk="0" hangingPunct="1">
        <a:lnSpc>
          <a:spcPct val="90000"/>
        </a:lnSpc>
        <a:spcBef>
          <a:spcPts val="500"/>
        </a:spcBef>
        <a:buClr>
          <a:srgbClr val="00A7C5"/>
        </a:buClr>
        <a:buFont typeface="Arial" charset="0"/>
        <a:buChar char="•"/>
        <a:tabLst/>
        <a:defRPr sz="24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7vetvwsn-Q?feature=oembed" TargetMode="Externa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8153400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Good examples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Good formatting by more students</a:t>
            </a:r>
          </a:p>
          <a:p>
            <a:pPr lvl="1">
              <a:lnSpc>
                <a:spcPct val="100000"/>
              </a:lnSpc>
            </a:pPr>
            <a:r>
              <a:rPr lang="en-US" sz="1800" strike="sngStrike" dirty="0">
                <a:cs typeface="Arial" panose="020B0604020202020204" pitchFamily="34" charset="0"/>
              </a:rPr>
              <a:t>Use of visualizations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Specifics: 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Click-through rate (previous student)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How to explain the “magic” – Someone who has read millions of emails and picked some of the “signs”.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Dynamic pricing subject – a customer vs. a vendor perspective; limits of optimization.</a:t>
            </a: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marL="690563" lvl="2" indent="0">
              <a:lnSpc>
                <a:spcPct val="100000"/>
              </a:lnSpc>
              <a:buNone/>
            </a:pPr>
            <a:endParaRPr lang="en-US" sz="2000" strike="sngStrike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CDB9-D6A5-4828-A334-266AD3F24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128" y="136083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EF0A-939E-4DDA-9F7D-FEE79939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4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4761572" cy="529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Good formatting, visualization used (previous student):</a:t>
            </a:r>
            <a:endParaRPr lang="en-US" sz="1800" dirty="0">
              <a:highlight>
                <a:srgbClr val="FFFF00"/>
              </a:highlight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EF0A-939E-4DDA-9F7D-FEE79939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C9B41-10A8-56F6-4169-DF9E4230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0" y="61295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BDA3B-80FC-49C2-90E7-B07EC7C83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687" y="546410"/>
            <a:ext cx="2023498" cy="63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17470-C9D2-1899-B199-08AEC74B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C776F-FFF5-BE4B-E3A2-E898AF356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5600"/>
            <a:ext cx="8686800" cy="548878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To improve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Late or missing posts</a:t>
            </a: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 “It runs a complex algorithm based on a huge data set”. – Which? How?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“A specific design or architecture is chosen for the model.” – Which? How?</a:t>
            </a:r>
          </a:p>
          <a:p>
            <a:pPr marL="349250" lvl="1" indent="0">
              <a:lnSpc>
                <a:spcPct val="100000"/>
              </a:lnSpc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How about: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 “</a:t>
            </a:r>
            <a:r>
              <a:rPr lang="en-US" sz="1800" dirty="0"/>
              <a:t>find people with similar tastes and see what else they watch.” (recommendation system)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“</a:t>
            </a:r>
            <a:r>
              <a:rPr lang="en-US" sz="1800" dirty="0"/>
              <a:t>someone who has read millions of emails, and developed a sense of</a:t>
            </a:r>
            <a:r>
              <a:rPr lang="en-US" sz="1800" dirty="0">
                <a:cs typeface="Arial" panose="020B0604020202020204" pitchFamily="34" charset="0"/>
              </a:rPr>
              <a:t>” (spam filter)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a child learning a language from the "street" rather than from the grammar books (ML)</a:t>
            </a: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D3746-C6F5-525C-2A12-4DF9BD2A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Reflection Journal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024F7-BF2C-5778-2179-3B76C5F0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 descr="Magic Day">
            <a:extLst>
              <a:ext uri="{FF2B5EF4-FFF2-40B4-BE49-F238E27FC236}">
                <a16:creationId xmlns:a16="http://schemas.microsoft.com/office/drawing/2014/main" id="{4BA85ACB-4524-3335-5152-4DB817D37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527" y="2956222"/>
            <a:ext cx="2202102" cy="132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6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7514752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High grades, well done by many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Formatting is improving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Previous student noted: “Google's Teachable Machine is a zero-code tool. “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Found failures and weaknesses of the model (many students)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Mitzie trained the audio classifier</a:t>
            </a: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4CDB9-D6A5-4828-A334-266AD3F24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C3EA-9CFF-4A56-9495-996257B4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4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B1488-68E1-0B9A-C5A4-1A3AC29B0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BD00-76E1-FE23-387C-59BE8099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3886201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Quantification - confusion matrix, formatting (Michael):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Deployment (previous students):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28C2D-E194-093E-E7CC-68478C1C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CD76B-BD96-FE7A-7D0A-D21EC82DC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B49D6-427A-F09B-56DB-03723766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9ABF73-3B99-6262-8F4F-DB5F18109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7" y="4570621"/>
            <a:ext cx="8856669" cy="20108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A6A0D-5E20-0126-C033-EC8199906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356" y="1355894"/>
            <a:ext cx="2612223" cy="2640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285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CF50C-72F5-61C6-D317-B73E7F66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8F3B7-CD3E-07AF-981B-87361B4AD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6057"/>
            <a:ext cx="5706534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Useful quantification (</a:t>
            </a:r>
            <a:r>
              <a:rPr lang="en-US" sz="1800" dirty="0" err="1">
                <a:cs typeface="Arial" panose="020B0604020202020204" pitchFamily="34" charset="0"/>
              </a:rPr>
              <a:t>Qianhao</a:t>
            </a:r>
            <a:r>
              <a:rPr lang="en-US" sz="1800" dirty="0"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F6E8C-9EAA-E2FE-5E4C-1DCFD14E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30CE4-29E0-2034-A0B3-C26D6F9D1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072D-7AE1-C3B3-5F99-7A7DF231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032E20-BF2C-644E-A675-97E964035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7" y="2363384"/>
            <a:ext cx="9144000" cy="264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9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3DB5-BFDD-F2C3-AB71-B59DF873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59332-5C37-1745-127F-711C7C2B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6057"/>
            <a:ext cx="5706534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Good analysis, misclassified(Michael):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77915-7DE2-50EE-8B0D-D6C16A16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F7594-00AC-C601-12F0-F8558FC62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BC36-75BD-C587-2B16-87BB3C3A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7C856D-3CFC-7FBF-21A6-EB62C4FE9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16" y="3992330"/>
            <a:ext cx="4397709" cy="2746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C26BC0-9E73-DFE3-3A0A-206F24D47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651" y="2244949"/>
            <a:ext cx="4726847" cy="2737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744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1598-806A-6520-22C6-231B882A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C73AA-552E-12D9-AC66-3D4310C43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5796845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Good visuals – experiment setup (previous student):</a:t>
            </a: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68435-4F8F-CFD8-0857-0082BF5EB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F5777-CBDA-7D88-4F86-FEBF71A52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858C-B0DB-3A0D-6255-8B003B90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42D12D-D3DA-B9C1-8B23-A29E5F38C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18502"/>
            <a:ext cx="9144000" cy="36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8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220C-B0A6-EA88-FFDB-CB279916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5537C-DDC7-8EF8-205E-11A39A9D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8611"/>
            <a:ext cx="7930445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Good visuals and non-trivial task (“Me” vs “Me and cat”) (previous student):</a:t>
            </a: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062B2-E682-F48E-6E49-8E3A580D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132AF-E476-0C07-9953-3652C6A58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0E58-1566-7CE4-C542-F07059ED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660E9D-C2B4-6FFB-976F-AA756C973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2410078"/>
            <a:ext cx="8686801" cy="40827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425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9C6F-746D-3E26-E733-DABA9E16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88E4F-A36B-5F30-5AD6-E1F2DAEC5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7930445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Previous student made the tool “sweat”</a:t>
            </a:r>
            <a:r>
              <a:rPr lang="en-US" sz="1800" dirty="0"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endParaRPr 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6E549-72D8-32C9-79AF-0B806CEB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AE8A6-E9CA-A5C8-C2CC-50FE10B06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DAEB4-7594-8CE2-BFCB-E8609FF29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071450-0788-673E-65C6-A56C70CB9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90" y="2638632"/>
            <a:ext cx="4364499" cy="3146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AD9832-5510-82AB-E41C-0F6D0AB673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938" y="3382962"/>
            <a:ext cx="4310062" cy="310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4400E-A66A-E928-984C-97417321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D0026-97C4-4E5E-44A8-809D24FDA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7930445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Nathaniel challenged the tool:</a:t>
            </a: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2E897-5B7E-87A6-3778-1E743BC5D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9331B-1422-E041-7FC1-5C09B197C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922B6-CA9F-20A1-319F-96F31A2B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2453AE-7D1C-BA2A-F61F-8DDB6BF21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449" y="2603706"/>
            <a:ext cx="5299478" cy="3889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4176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34A9-7CA1-0B8B-99A9-7E4A92533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B992B-089E-3CBB-A25F-43B2B5FBB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7930445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cs typeface="Arial" panose="020B0604020202020204" pitchFamily="34" charset="0"/>
              </a:rPr>
              <a:t>Going well: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cs typeface="Arial" panose="020B0604020202020204" pitchFamily="34" charset="0"/>
              </a:rPr>
              <a:t>Previous student challenged the tool:</a:t>
            </a: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708C1-C87F-221F-B4CD-3462F6A1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7F735-2257-E0CC-04FA-CB30C5957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47490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2DCB4-AD05-4A8E-2197-9C40FE43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53ACAA-9338-D484-E0BB-ECBED8C38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78" y="2293289"/>
            <a:ext cx="9144000" cy="522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32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E336-149C-F48C-281D-9636DAC4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4B025-9DAE-47CD-BF54-29BD6C0A5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3690439" cy="529254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cs typeface="Arial" panose="020B0604020202020204" pitchFamily="34" charset="0"/>
              </a:rPr>
              <a:t>Going well:</a:t>
            </a:r>
          </a:p>
          <a:p>
            <a:pPr marL="349250" lvl="1" indent="0">
              <a:lnSpc>
                <a:spcPct val="120000"/>
              </a:lnSpc>
              <a:buNone/>
            </a:pPr>
            <a:r>
              <a:rPr lang="en-US" sz="1900" dirty="0"/>
              <a:t>Nathaniel, Dan: </a:t>
            </a:r>
          </a:p>
          <a:p>
            <a:pPr marL="635000" lvl="1" indent="-285750">
              <a:lnSpc>
                <a:spcPct val="120000"/>
              </a:lnSpc>
            </a:pPr>
            <a:r>
              <a:rPr lang="en-US" sz="1900" dirty="0"/>
              <a:t>“I personally also split my dataset into 75% training and 25% testing through random sampling without replacement.”           -&gt;</a:t>
            </a:r>
          </a:p>
          <a:p>
            <a:pPr marL="349250" lvl="1" indent="0">
              <a:lnSpc>
                <a:spcPct val="120000"/>
              </a:lnSpc>
              <a:buNone/>
            </a:pPr>
            <a:endParaRPr lang="en-US" sz="1800" dirty="0"/>
          </a:p>
          <a:p>
            <a:pPr lvl="1">
              <a:lnSpc>
                <a:spcPct val="120000"/>
              </a:lnSpc>
            </a:pPr>
            <a:r>
              <a:rPr lang="en-US" sz="1900" dirty="0"/>
              <a:t> "I downloaded two classes of images from images.cv (n.d.): 3,012 photos of motorcycles and 823 of bicycles."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/>
              <a:t>       Previous student</a:t>
            </a:r>
          </a:p>
          <a:p>
            <a:pPr lvl="1">
              <a:lnSpc>
                <a:spcPct val="120000"/>
              </a:lnSpc>
            </a:pPr>
            <a:r>
              <a:rPr lang="en-US" sz="1900" dirty="0"/>
              <a:t>“The model correctly identified 18/25 children as children (recall of 0.72). It predicted a total of 20 children, with 2 incorrect predictions (precision of 0.9). Overall accuracy was 82%.”                            </a:t>
            </a: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E75DE-EC77-AEAE-BA7D-B4BEFC59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13136-6B58-9DE2-AE0D-05F5B3BEF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547" y="39274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C7415-712B-1D39-C6CC-36133626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0E35E4-5B80-B6FC-8C2D-0E024CCA3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649" y="1919734"/>
            <a:ext cx="4523605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9941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9A6-E25E-4CA3-985C-158FD297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4"/>
            <a:ext cx="7997647" cy="5292545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cs typeface="Arial" panose="020B0604020202020204" pitchFamily="34" charset="0"/>
              </a:rPr>
              <a:t>To improve – formal matters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Missing/late submissions!</a:t>
            </a:r>
          </a:p>
          <a:p>
            <a:pPr lvl="1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800" dirty="0"/>
              <a:t>A report without a single visual doesn’t make sense. From the assignment definition, “Include visuals whenever appropriate.“</a:t>
            </a:r>
          </a:p>
          <a:p>
            <a:pPr lvl="1">
              <a:lnSpc>
                <a:spcPct val="100000"/>
              </a:lnSpc>
            </a:pPr>
            <a:endParaRPr lang="en-US" sz="1800" dirty="0"/>
          </a:p>
          <a:p>
            <a:pPr lvl="1"/>
            <a:r>
              <a:rPr lang="en-US" sz="1800" dirty="0"/>
              <a:t>Why do classes have different numbers of instances? What are the consequences?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Provide a quantitative description of your experiment. </a:t>
            </a:r>
          </a:p>
          <a:p>
            <a:pPr lvl="2"/>
            <a:r>
              <a:rPr lang="en-US" sz="1800" dirty="0"/>
              <a:t>How many instances of Class A,B, etc., did you have?</a:t>
            </a:r>
          </a:p>
          <a:p>
            <a:pPr lvl="2"/>
            <a:r>
              <a:rPr lang="en-US" sz="1800" dirty="0"/>
              <a:t>What was the accuracy of your experiment? We discussed the evaluation metrics (“Measuring success”) in class.</a:t>
            </a:r>
          </a:p>
          <a:p>
            <a:pPr lvl="1"/>
            <a:r>
              <a:rPr lang="en-US" sz="1800" dirty="0"/>
              <a:t>Testing on a handful of images is better than no testing, but is it sufficient?</a:t>
            </a:r>
          </a:p>
          <a:p>
            <a:pPr lvl="1">
              <a:lnSpc>
                <a:spcPct val="100000"/>
              </a:lnSpc>
            </a:pPr>
            <a:endParaRPr lang="en-US" sz="1800" dirty="0"/>
          </a:p>
          <a:p>
            <a:pPr lvl="1">
              <a:lnSpc>
                <a:spcPct val="100000"/>
              </a:lnSpc>
            </a:pPr>
            <a:endParaRPr lang="en-US" sz="1800" dirty="0"/>
          </a:p>
          <a:p>
            <a:pPr lvl="1">
              <a:lnSpc>
                <a:spcPct val="10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marL="349250" lvl="1" indent="0">
              <a:lnSpc>
                <a:spcPct val="100000"/>
              </a:lnSpc>
              <a:buNone/>
            </a:pPr>
            <a:endParaRPr lang="en-US" sz="2000" dirty="0">
              <a:cs typeface="Arial" panose="020B0604020202020204" pitchFamily="34" charset="0"/>
            </a:endParaRPr>
          </a:p>
          <a:p>
            <a:pPr marL="918845" lvl="2">
              <a:lnSpc>
                <a:spcPct val="100000"/>
              </a:lnSpc>
            </a:pPr>
            <a:endParaRPr lang="en-US" sz="1800" dirty="0">
              <a:cs typeface="Arial" panose="020B0604020202020204" pitchFamily="34" charset="0"/>
            </a:endParaRP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818F-69A6-46D2-8391-A02B7053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 dirty="0"/>
              <a:t>Feedback - Week 3</a:t>
            </a:r>
            <a:br>
              <a:rPr lang="en-US" dirty="0"/>
            </a:br>
            <a:r>
              <a:rPr lang="en-US" sz="2400" dirty="0"/>
              <a:t>Assignment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C3EA-9CFF-4A56-9495-996257B4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1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Follow-Up (Weeks 2,3)</a:t>
            </a:r>
            <a:br>
              <a:rPr lang="en-US" dirty="0"/>
            </a:br>
            <a:r>
              <a:rPr lang="en-US" sz="2400" dirty="0"/>
              <a:t>More about Decision Trees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D0DE6-CC0E-6F48-42D0-4A443FC1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4"/>
            <a:ext cx="3647440" cy="529254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Decision Trees: rule-based or data-driven structure of if-then-else?</a:t>
            </a:r>
          </a:p>
          <a:p>
            <a:pPr marL="514350" lvl="1" indent="-168275">
              <a:lnSpc>
                <a:spcPct val="100000"/>
              </a:lnSpc>
              <a:buNone/>
            </a:pPr>
            <a:r>
              <a:rPr lang="en-US" sz="3200" b="1"/>
              <a:t>“</a:t>
            </a:r>
            <a:r>
              <a:rPr lang="en-US" sz="1800" b="1"/>
              <a:t>Rules </a:t>
            </a:r>
            <a:r>
              <a:rPr lang="en-US" sz="1800" b="1" dirty="0"/>
              <a:t>are formed with the  things we know; machine learning reveals things we don’t know.”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Decision trees and rule-based systems may look similar when visualized, but: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Rule-based system – handcrafted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Machine learning – learned from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44F6F-D5FB-441A-9D9E-50C9C63B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15</a:t>
            </a:fld>
            <a:endParaRPr lang="en-US"/>
          </a:p>
        </p:txBody>
      </p:sp>
      <p:pic>
        <p:nvPicPr>
          <p:cNvPr id="1028" name="Picture 4" descr="Play Tennis Example: Outlook Temperature Humidity Windy | PDF | Algorithms  And Data Structures | Cognitive Science">
            <a:extLst>
              <a:ext uri="{FF2B5EF4-FFF2-40B4-BE49-F238E27FC236}">
                <a16:creationId xmlns:a16="http://schemas.microsoft.com/office/drawing/2014/main" id="{E92C03DC-75B0-BB8C-9C92-157C07678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6247"/>
          <a:stretch>
            <a:fillRect/>
          </a:stretch>
        </p:blipFill>
        <p:spPr bwMode="auto">
          <a:xfrm>
            <a:off x="4000500" y="2279860"/>
            <a:ext cx="5143500" cy="3589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55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7E03-ADBB-FFF6-7A2A-F170522D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ED39-2398-40AD-FE5E-DDF7479A8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5637" y="6492874"/>
            <a:ext cx="2538763" cy="233609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Arial"/>
              </a:rPr>
              <a:t>https://www.youtube.com/watch?v=c7vetvwsn-Q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marL="349250" lvl="1" indent="0">
              <a:buNone/>
            </a:pP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0EC12-1699-E338-F6F4-CEAFBEB2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dirty="0">
                <a:latin typeface="Baskerville SemiBold"/>
              </a:rPr>
              <a:t>Miscellanious</a:t>
            </a:r>
            <a:r>
              <a:rPr lang="en-US" sz="3600" dirty="0">
                <a:latin typeface="Baskerville SemiBold"/>
              </a:rPr>
              <a:t>  </a:t>
            </a:r>
            <a:br>
              <a:rPr lang="en-US" dirty="0"/>
            </a:br>
            <a:r>
              <a:rPr lang="en-US" sz="2400" dirty="0">
                <a:latin typeface="Baskerville SemiBold"/>
              </a:rPr>
              <a:t>From the news … (VIDEO 2:00)</a:t>
            </a:r>
            <a:endParaRPr lang="en-US" dirty="0">
              <a:latin typeface="Baskerville SemiBold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460E9-3812-3C78-DA3A-FF24AE12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16</a:t>
            </a:fld>
            <a:endParaRPr lang="en-US"/>
          </a:p>
        </p:txBody>
      </p:sp>
      <p:pic>
        <p:nvPicPr>
          <p:cNvPr id="4" name="Online Media 3" title="Viral video shows autonomous snow blower at work in New Jersey">
            <a:hlinkClick r:id="" action="ppaction://media"/>
            <a:extLst>
              <a:ext uri="{FF2B5EF4-FFF2-40B4-BE49-F238E27FC236}">
                <a16:creationId xmlns:a16="http://schemas.microsoft.com/office/drawing/2014/main" id="{50F3F5DA-046A-5485-D170-759E25E99E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24468" y="1764154"/>
            <a:ext cx="8229600" cy="464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4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7E03-ADBB-FFF6-7A2A-F170522D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EC12-1699-E338-F6F4-CEAFBEB2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dirty="0">
                <a:latin typeface="Baskerville SemiBold"/>
              </a:rPr>
              <a:t>Miscellanious</a:t>
            </a:r>
            <a:r>
              <a:rPr lang="en-US" sz="3600" dirty="0">
                <a:latin typeface="Baskerville SemiBold"/>
              </a:rPr>
              <a:t>  </a:t>
            </a:r>
            <a:br>
              <a:rPr lang="en-US" dirty="0"/>
            </a:br>
            <a:r>
              <a:rPr lang="en-US" sz="2400" dirty="0">
                <a:latin typeface="Baskerville SemiBold"/>
              </a:rPr>
              <a:t>Updated Bonus Lecture “Advanced Subject In AI” is Released</a:t>
            </a:r>
            <a:endParaRPr lang="en-US" dirty="0">
              <a:latin typeface="Baskerville SemiBold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460E9-3812-3C78-DA3A-FF24AE12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3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B5D3-6DD3-486B-9006-AC115FF7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8229600" cy="924227"/>
          </a:xfrm>
        </p:spPr>
        <p:txBody>
          <a:bodyPr/>
          <a:lstStyle/>
          <a:p>
            <a:r>
              <a:rPr lang="en-US" sz="3600"/>
              <a:t>Topics Covered</a:t>
            </a:r>
            <a:br>
              <a:rPr lang="en-US"/>
            </a:br>
            <a:r>
              <a:rPr lang="en-US" sz="2400"/>
              <a:t>Course Tracker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71D1F-E6DB-4EA9-BBD3-D2E4B56F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4FF0C74-6A86-C1E0-CC2E-7AB7BA257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484212"/>
              </p:ext>
            </p:extLst>
          </p:nvPr>
        </p:nvGraphicFramePr>
        <p:xfrm>
          <a:off x="457200" y="1393526"/>
          <a:ext cx="8409008" cy="5068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193953078"/>
                    </a:ext>
                  </a:extLst>
                </a:gridCol>
                <a:gridCol w="7570808">
                  <a:extLst>
                    <a:ext uri="{9D8B030D-6E8A-4147-A177-3AD203B41FA5}">
                      <a16:colId xmlns:a16="http://schemas.microsoft.com/office/drawing/2014/main" val="3794878605"/>
                    </a:ext>
                  </a:extLst>
                </a:gridCol>
              </a:tblGrid>
              <a:tr h="3066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Week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62579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57150" indent="0">
                        <a:lnSpc>
                          <a:spcPct val="100000"/>
                        </a:lnSpc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Overview of AI, history, definitions, and key concepts</a:t>
                      </a:r>
                      <a:endParaRPr lang="en-US" sz="1600" b="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4489828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Knowledge Representation and Reasoning</a:t>
                      </a:r>
                      <a:endParaRPr lang="en-US" sz="1600" b="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0770028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5715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Introduction to Machine Learning</a:t>
                      </a:r>
                      <a:endParaRPr lang="en-US" sz="1600" b="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0284554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Neural Networks &amp; Deep Learning</a:t>
                      </a:r>
                      <a:endParaRPr lang="en-US" sz="1800" b="1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228819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Distributed AI &amp; AI Platforms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0638714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Natural Language Processing (NLP)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6090701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Computer Vision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02732039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Robotics &amp; Embodied AI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48862954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AI &amp; Creativity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4575660"/>
                  </a:ext>
                </a:extLst>
              </a:tr>
              <a:tr h="34775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Applications of AI – Healthcare, Finance, Education, Retail, Marketing, Entertainment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5314268"/>
                  </a:ext>
                </a:extLst>
              </a:tr>
              <a:tr h="34775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Applications of AI – Biomedical, Agriculture, Transportation, Mining, Manufacturing, Energy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80531306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AI and Society, Bias &amp; Fairness in AI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48600602"/>
                  </a:ext>
                </a:extLst>
              </a:tr>
              <a:tr h="306611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The Future of AI</a:t>
                      </a:r>
                      <a:endParaRPr lang="en-US" sz="160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98882357"/>
                  </a:ext>
                </a:extLst>
              </a:tr>
              <a:tr h="34775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No Lecture - Final Project Report &amp; Presentation</a:t>
                      </a:r>
                      <a:endParaRPr lang="en-US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666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154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vel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Level.thmx</Template>
  <TotalTime>10563</TotalTime>
  <Words>862</Words>
  <Application>Microsoft Office PowerPoint</Application>
  <PresentationFormat>On-screen Show (4:3)</PresentationFormat>
  <Paragraphs>188</Paragraphs>
  <Slides>18</Slides>
  <Notes>17</Notes>
  <HiddenSlides>0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Baskerville SemiBold</vt:lpstr>
      <vt:lpstr>Calibri</vt:lpstr>
      <vt:lpstr>Helvetica Neue</vt:lpstr>
      <vt:lpstr>Helvetica Neue Light</vt:lpstr>
      <vt:lpstr>Trebuchet MS</vt:lpstr>
      <vt:lpstr>Level</vt:lpstr>
      <vt:lpstr>think-cell Slide</vt:lpstr>
      <vt:lpstr>Feedback - Week 3 Reflection Journal</vt:lpstr>
      <vt:lpstr>Feedback - Week 3 Reflection Journal</vt:lpstr>
      <vt:lpstr>Feedback - Week 3 Reflection Journal</vt:lpstr>
      <vt:lpstr>Feedback - Week 3 Assignment</vt:lpstr>
      <vt:lpstr>Feedback - Week 3 Assignment</vt:lpstr>
      <vt:lpstr>Feedback - Week 3 Assignment</vt:lpstr>
      <vt:lpstr>Feedback - Week 3 Assignment</vt:lpstr>
      <vt:lpstr>Feedback - Week 3 Assignment</vt:lpstr>
      <vt:lpstr>Feedback - Week 3 Assignment</vt:lpstr>
      <vt:lpstr>Feedback - Week 3 Assignment</vt:lpstr>
      <vt:lpstr>Feedback - Week 3 Assignment</vt:lpstr>
      <vt:lpstr>Feedback - Week 3 Assignment</vt:lpstr>
      <vt:lpstr>Feedback - Week 3 Assignment</vt:lpstr>
      <vt:lpstr>Feedback - Week 3 Assignment</vt:lpstr>
      <vt:lpstr>Follow-Up (Weeks 2,3) More about Decision Trees</vt:lpstr>
      <vt:lpstr>Miscellanious   From the news … (VIDEO 2:00)</vt:lpstr>
      <vt:lpstr>Miscellanious   Updated Bonus Lecture “Advanced Subject In AI” is Released</vt:lpstr>
      <vt:lpstr>Topics Covered Course Tracker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– Level I</dc:title>
  <dc:subject/>
  <dc:creator>v.shapiro@northeastern.edu</dc:creator>
  <cp:keywords/>
  <dc:description/>
  <cp:lastModifiedBy>Shapiro, Vladimir</cp:lastModifiedBy>
  <cp:revision>1</cp:revision>
  <cp:lastPrinted>2016-05-10T18:03:23Z</cp:lastPrinted>
  <dcterms:created xsi:type="dcterms:W3CDTF">2015-10-08T16:21:21Z</dcterms:created>
  <dcterms:modified xsi:type="dcterms:W3CDTF">2026-10-04T18:57:29Z</dcterms:modified>
  <cp:category/>
</cp:coreProperties>
</file>